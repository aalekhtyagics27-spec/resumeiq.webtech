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2194560" cy="292608"/>
          </a:xfrm>
          <a:prstGeom prst="rect">
            <a:avLst/>
          </a:prstGeom>
          <a:solidFill>
            <a:srgbClr val="4F8EF7">
              <a:alpha val="22000"/>
            </a:srgbClr>
          </a:solidFill>
          <a:ln w="1270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424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PROJECT  ·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200" kern="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ResumeIQ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Analyser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114800" cy="0"/>
          </a:xfrm>
          <a:prstGeom prst="line">
            <a:avLst/>
          </a:prstGeom>
          <a:noFill/>
          <a:ln w="12700">
            <a:solidFill>
              <a:srgbClr val="1E26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Technology  ·  Data Science  ·  3rd Year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resume scoring, ATS analysis,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detection &amp; personalised feedback.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Resumes Fail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920240" cy="256032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029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resumes are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by ATS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human review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920240" cy="256032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2029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sec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257860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recruiter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1920240" cy="256032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2029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257860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candidates don't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keywords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missing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417320"/>
            <a:ext cx="1920240" cy="256032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2029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20840" y="2578608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review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job seekers lack affordable, data-driven tools to optimise their resumes before applying.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ResumeIQ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8321040" cy="3383280"/>
          </a:xfrm>
          <a:prstGeom prst="rect">
            <a:avLst/>
          </a:prstGeom>
          <a:solidFill>
            <a:srgbClr val="0E1422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54864" cy="33832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ResumeIQ is an AI-powered web application that analyses resumes in real-time and provides: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ATS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500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keyword density, formatting &amp; structure compatibility with Applicant Tracking Systems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Feedback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3500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provides 3-4 paragraph personalised improvement suggestions per resume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Skill Gap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4472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missing role-specific skills and highlights already-present ones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Instant Results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34472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delivered in under 10 seconds — no waiting, no account needed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Used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23360" cy="169164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16916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27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CSS3  ·  JavaScript (ES6+)  ·  Responsive Design  ·  CSS Animations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169164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17320"/>
            <a:ext cx="54864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27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5623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 ·  claude-sonnet-4  ·  Prompt Engineering  ·  JSON Structured Output  ·  REST API Integration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337560"/>
            <a:ext cx="4023360" cy="169164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337560"/>
            <a:ext cx="54864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47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77647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Concepts  ·  TF-IDF Keyword Match  ·  Scoring Algorithms  ·  Resume Parsing  ·  Skill Extraction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337560"/>
            <a:ext cx="4023360" cy="169164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33756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447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77647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 ·  Git &amp; GitHub  ·  macOS Terminal  ·  Node.js (PPT gen)  ·  Chrome DevTools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261872" cy="228600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3816" y="1508760"/>
            <a:ext cx="457200" cy="457200"/>
          </a:xfrm>
          <a:prstGeom prst="ellipse">
            <a:avLst/>
          </a:prstGeom>
          <a:solidFill>
            <a:srgbClr val="4F8EF7">
              <a:alpha val="25000"/>
            </a:srgbClr>
          </a:solidFill>
          <a:ln w="12700">
            <a:solidFill>
              <a:srgbClr val="4F8EF7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paste text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73352" y="1737360"/>
            <a:ext cx="155448" cy="0"/>
          </a:xfrm>
          <a:prstGeom prst="line">
            <a:avLst/>
          </a:prstGeom>
          <a:noFill/>
          <a:ln w="12700">
            <a:solidFill>
              <a:srgbClr val="1E26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828800" y="1417320"/>
            <a:ext cx="1261872" cy="228600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31136" y="1508760"/>
            <a:ext cx="457200" cy="4572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3113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08483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90672" y="1737360"/>
            <a:ext cx="155448" cy="0"/>
          </a:xfrm>
          <a:prstGeom prst="line">
            <a:avLst/>
          </a:prstGeom>
          <a:noFill/>
          <a:ln w="12700">
            <a:solidFill>
              <a:srgbClr val="1E264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46120" y="1417320"/>
            <a:ext cx="1261872" cy="228600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48456" y="1508760"/>
            <a:ext cx="457200" cy="457200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4845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208483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job context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07992" y="1737360"/>
            <a:ext cx="155448" cy="0"/>
          </a:xfrm>
          <a:prstGeom prst="line">
            <a:avLst/>
          </a:prstGeom>
          <a:noFill/>
          <a:ln w="12700">
            <a:solidFill>
              <a:srgbClr val="1E264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663440" y="1417320"/>
            <a:ext cx="1261872" cy="228600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65776" y="1508760"/>
            <a:ext cx="457200" cy="45720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6577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208483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&amp;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25312" y="1737360"/>
            <a:ext cx="155448" cy="0"/>
          </a:xfrm>
          <a:prstGeom prst="line">
            <a:avLst/>
          </a:prstGeom>
          <a:noFill/>
          <a:ln w="12700">
            <a:solidFill>
              <a:srgbClr val="1E264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080760" y="1417320"/>
            <a:ext cx="1261872" cy="228600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83096" y="1508760"/>
            <a:ext cx="457200" cy="457200"/>
          </a:xfrm>
          <a:prstGeom prst="ellipse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309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80760" y="208483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Engine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calculate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42632" y="1737360"/>
            <a:ext cx="155448" cy="0"/>
          </a:xfrm>
          <a:prstGeom prst="line">
            <a:avLst/>
          </a:prstGeom>
          <a:noFill/>
          <a:ln w="12700">
            <a:solidFill>
              <a:srgbClr val="1E264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498080" y="1417320"/>
            <a:ext cx="1261872" cy="228600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00416" y="1508760"/>
            <a:ext cx="457200" cy="457200"/>
          </a:xfrm>
          <a:prstGeom prst="ellipse">
            <a:avLst/>
          </a:prstGeom>
          <a:solidFill>
            <a:srgbClr val="4F8EF7">
              <a:alpha val="25000"/>
            </a:srgbClr>
          </a:solidFill>
          <a:ln w="12700">
            <a:solidFill>
              <a:srgbClr val="4F8EF7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041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0" y="208483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0" y="2487168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results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suggestions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" y="3840480"/>
            <a:ext cx="8321040" cy="868680"/>
          </a:xfrm>
          <a:prstGeom prst="rect">
            <a:avLst/>
          </a:prstGeom>
          <a:solidFill>
            <a:srgbClr val="0E1422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" y="393192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happens client-side except the AI call — user data is sent only to the Anthropic API and never stored. The app is fully static HTML/CSS/JS, runnable without a backend.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670048" cy="146304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89888"/>
            <a:ext cx="54864" cy="14630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1790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Smart ATS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184708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analysis of keyword density, section headings, quantified achievements, action verbs, and contact info presence.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389888"/>
            <a:ext cx="2670048" cy="146304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89888"/>
            <a:ext cx="54864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51790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AI-Powered Feedback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0712" y="184708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3–4 paragraphs of personalised, role-specific career advice tailored to the target job and experience level.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389888"/>
            <a:ext cx="2670048" cy="146304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389888"/>
            <a:ext cx="54864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51790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 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45352" y="184708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score ring, metric cards with colour-coded indicators, and real-time ATS compatibility breakdown charts.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035808"/>
            <a:ext cx="2670048" cy="146304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35808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1638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Skill Gap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" y="349300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present skills as tags and highlights role-critical missing skills to guide the candidate's upskilling plan.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3035808"/>
            <a:ext cx="2670048" cy="146304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035808"/>
            <a:ext cx="54864" cy="14630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1638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Upload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0712" y="349300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or click-to-browse for .txt and .pdf files. Also supports direct text paste for maximum flexibility.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3035808"/>
            <a:ext cx="2670048" cy="146304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3035808"/>
            <a:ext cx="54864" cy="14630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1638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Zero Setup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5352" y="349300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HTML/CSS/JS — no frameworks, no build tools, no backend. Open index.html in any browser and it works instantly.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LAYER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Behind the Score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114800" cy="105156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Extraction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7556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inspired matching — identifies job-relevant terms from resume vs. role expectations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606040"/>
            <a:ext cx="4114800" cy="105156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60604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9900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multi-factor formula: ATS (30%) + Skills (25%) + Impact (25%) + Format (20%)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840480"/>
            <a:ext cx="4114800" cy="105156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84048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Prompt Design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42245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engineering to extract JSON-formatted insights from the LLM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371600"/>
            <a:ext cx="3931920" cy="3200400"/>
          </a:xfrm>
          <a:prstGeom prst="rect">
            <a:avLst/>
          </a:prstGeom>
          <a:solidFill>
            <a:srgbClr val="0E1422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965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Compatibility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19659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2258568"/>
            <a:ext cx="3520440" cy="128016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258568"/>
            <a:ext cx="2745943" cy="12801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560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Coverage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2560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852928"/>
            <a:ext cx="3520440" cy="128016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2852928"/>
            <a:ext cx="228828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154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Language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0" y="3154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3447288"/>
            <a:ext cx="3520440" cy="128016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3447288"/>
            <a:ext cx="2534717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Clarity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3749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83480" y="4041648"/>
            <a:ext cx="3520440" cy="128016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83480" y="4041648"/>
            <a:ext cx="2992374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251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= Σ (weight × component score)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Integration Design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8321040" cy="2743200"/>
          </a:xfrm>
          <a:prstGeom prst="rect">
            <a:avLst/>
          </a:prstGeom>
          <a:solidFill>
            <a:srgbClr val="0B0E18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54864" cy="2743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447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Prompt 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resume analyst for {jobRole} roles.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05740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 this {expLevel} candidate's resume.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3042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55117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ONLY valid JSON: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79806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"overallScore": 0-100,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0449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"detectedSkills": [...],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29184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"missingSkills": [...],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353872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"suggestions": [5 items],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37856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"fullAnalysis": "paragraphs..."  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187952"/>
            <a:ext cx="2670048" cy="86868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" y="4251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Context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" y="45354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job role + experience level into every prompt for relevance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4187952"/>
            <a:ext cx="2670048" cy="86868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10712" y="4251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JSON-Only 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10712" y="45354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model to return strict JSON — parsed client-side with error handling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4187952"/>
            <a:ext cx="2670048" cy="86868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45352" y="4251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45352" y="45354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settings ensure consistent, deterministic scoring across runs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UI Walkthrough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8321040" cy="3474720"/>
          </a:xfrm>
          <a:prstGeom prst="rect">
            <a:avLst/>
          </a:prstGeom>
          <a:solidFill>
            <a:srgbClr val="11152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8321040" cy="320040"/>
          </a:xfrm>
          <a:prstGeom prst="rect">
            <a:avLst/>
          </a:prstGeom>
          <a:solidFill>
            <a:srgbClr val="0A0D14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9903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990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39903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36245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· ResumeIQ — AI Resume Analyser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ResumeIQ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474720" cy="91440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4008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Drop your resume here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1005840" cy="1005840"/>
          </a:xfrm>
          <a:prstGeom prst="ellipse">
            <a:avLst/>
          </a:prstGeom>
          <a:solidFill>
            <a:srgbClr val="13192B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031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95160" y="2011680"/>
            <a:ext cx="1371600" cy="109728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2011680"/>
            <a:ext cx="1069848" cy="1097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1965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35040" y="2350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95160" y="2395728"/>
            <a:ext cx="1371600" cy="109728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2395728"/>
            <a:ext cx="89154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0768" y="23500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35040" y="27340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95160" y="2779776"/>
            <a:ext cx="1371600" cy="109728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2779776"/>
            <a:ext cx="1124712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0768" y="27340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35040" y="31181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95160" y="3163824"/>
            <a:ext cx="1371600" cy="109728"/>
          </a:xfrm>
          <a:prstGeom prst="rect">
            <a:avLst/>
          </a:prstGeom>
          <a:solidFill>
            <a:srgbClr val="1E2640"/>
          </a:solidFill>
          <a:ln w="12700">
            <a:solidFill>
              <a:srgbClr val="1E264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5160" y="3163824"/>
            <a:ext cx="12344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0768" y="31181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4919472"/>
            <a:ext cx="201168" cy="201168"/>
          </a:xfrm>
          <a:prstGeom prst="ellipse">
            <a:avLst/>
          </a:prstGeom>
          <a:solidFill>
            <a:srgbClr val="4F8EF7">
              <a:alpha val="25000"/>
            </a:srgbClr>
          </a:solidFill>
          <a:ln w="12700">
            <a:solidFill>
              <a:srgbClr val="4F8EF7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873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" y="4864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in browser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57400" y="4965192"/>
            <a:ext cx="274320" cy="0"/>
          </a:xfrm>
          <a:prstGeom prst="line">
            <a:avLst/>
          </a:prstGeom>
          <a:noFill/>
          <a:ln w="12700">
            <a:solidFill>
              <a:srgbClr val="1E26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920386"/>
            <a:ext cx="201168" cy="201168"/>
          </a:xfrm>
          <a:prstGeom prst="ellipse">
            <a:avLst/>
          </a:prstGeom>
          <a:solidFill>
            <a:srgbClr val="4F8EF7">
              <a:alpha val="25000"/>
            </a:srgbClr>
          </a:solidFill>
          <a:ln w="12700">
            <a:solidFill>
              <a:srgbClr val="4F8EF7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73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331720" y="4864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Anthropic API key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0" y="4965192"/>
            <a:ext cx="274320" cy="0"/>
          </a:xfrm>
          <a:prstGeom prst="line">
            <a:avLst/>
          </a:prstGeom>
          <a:noFill/>
          <a:ln w="12700">
            <a:solidFill>
              <a:srgbClr val="1E26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921301"/>
            <a:ext cx="201168" cy="201168"/>
          </a:xfrm>
          <a:prstGeom prst="ellipse">
            <a:avLst/>
          </a:prstGeom>
          <a:solidFill>
            <a:srgbClr val="4F8EF7">
              <a:alpha val="25000"/>
            </a:srgbClr>
          </a:solidFill>
          <a:ln w="12700">
            <a:solidFill>
              <a:srgbClr val="4F8EF7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873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31920" y="4864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paste resume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57800" y="4965192"/>
            <a:ext cx="274320" cy="0"/>
          </a:xfrm>
          <a:prstGeom prst="line">
            <a:avLst/>
          </a:prstGeom>
          <a:noFill/>
          <a:ln w="12700">
            <a:solidFill>
              <a:srgbClr val="1E26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4922215"/>
            <a:ext cx="201168" cy="201168"/>
          </a:xfrm>
          <a:prstGeom prst="ellipse">
            <a:avLst/>
          </a:prstGeom>
          <a:solidFill>
            <a:srgbClr val="4F8EF7">
              <a:alpha val="25000"/>
            </a:srgbClr>
          </a:solidFill>
          <a:ln w="12700">
            <a:solidFill>
              <a:srgbClr val="4F8EF7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873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32120" y="4864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target job role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58000" y="4965192"/>
            <a:ext cx="274320" cy="0"/>
          </a:xfrm>
          <a:prstGeom prst="line">
            <a:avLst/>
          </a:prstGeom>
          <a:noFill/>
          <a:ln w="12700">
            <a:solidFill>
              <a:srgbClr val="1E26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4923130"/>
            <a:ext cx="201168" cy="201168"/>
          </a:xfrm>
          <a:prstGeom prst="ellipse">
            <a:avLst/>
          </a:prstGeom>
          <a:solidFill>
            <a:srgbClr val="4F8EF7">
              <a:alpha val="25000"/>
            </a:srgbClr>
          </a:solidFill>
          <a:ln w="12700">
            <a:solidFill>
              <a:srgbClr val="4F8EF7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873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132320" y="4864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Analyse — done!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What I Learned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023360" cy="3520440"/>
          </a:xfrm>
          <a:prstGeom prst="rect">
            <a:avLst/>
          </a:prstGeom>
          <a:solidFill>
            <a:srgbClr val="0E1422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54864" cy="3520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4813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Challenges Faced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90195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CORS limitations with direct browser API calls — solved using anthropic-dangerous-direct-browser-access header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" y="26517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Parsing LLM output reliably — model sometimes returned markdown-wrapped JSON, needed stripping logic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" y="340156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Designing a scoring rubric that feels fair and consistent across different resume formats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4151376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Making the UI accessible &amp; responsive on both desktop and mobile browsers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4023360" cy="3520440"/>
          </a:xfrm>
          <a:prstGeom prst="rect">
            <a:avLst/>
          </a:prstGeom>
          <a:solidFill>
            <a:srgbClr val="0E1422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71600"/>
            <a:ext cx="54864" cy="3520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4813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Skills Gained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0328" y="190195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Real-world API integration with authentication, error handling, and rate-limit awareness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6517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Prompt engineering — structuring prompts for reliable JSON output from large language models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0328" y="340156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Advanced CSS techniques: gradient animations, SVG path animation, CSS custom properties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4151376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Connecting web tech with data science concepts like TF-IDF, scoring models, and NLP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Next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670048" cy="150876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89888"/>
            <a:ext cx="54864" cy="15087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1481328"/>
            <a:ext cx="502920" cy="219456"/>
          </a:xfrm>
          <a:prstGeom prst="rect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81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72" y="1773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Matching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0848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job description and get a % match score vs. your resume with role-specific gap 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389888"/>
            <a:ext cx="2670048" cy="150876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89888"/>
            <a:ext cx="54864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1481328"/>
            <a:ext cx="502920" cy="219456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481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10712" y="1773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10712" y="20848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styled PDF report of the full analysis to share with mentors or keep for reference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389888"/>
            <a:ext cx="2670048" cy="150876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389888"/>
            <a:ext cx="54864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481328"/>
            <a:ext cx="502920" cy="219456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481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45352" y="1773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+ Flask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5352" y="20848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API calls server-side, add PDF parsing with PyMuPDF, and support bulk resume comparison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081528"/>
            <a:ext cx="2670048" cy="150876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081528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3172968"/>
            <a:ext cx="502920" cy="219456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31729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6072" y="34655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 Model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" y="377647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custom scikit-learn classifier on labelled resumes to supplement LLM scoring with a local model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3081528"/>
            <a:ext cx="2670048" cy="150876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081528"/>
            <a:ext cx="54864" cy="1508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0712" y="3172968"/>
            <a:ext cx="502920" cy="219456"/>
          </a:xfrm>
          <a:prstGeom prst="rect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1729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10712" y="34655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+ History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10712" y="377647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 with MongoDB, track resume versions over time and measure improvement trajectory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3081528"/>
            <a:ext cx="2670048" cy="1508760"/>
          </a:xfrm>
          <a:prstGeom prst="rect">
            <a:avLst/>
          </a:prstGeom>
          <a:solidFill>
            <a:srgbClr val="13192B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3081528"/>
            <a:ext cx="54864" cy="15087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45352" y="3172968"/>
            <a:ext cx="502920" cy="219456"/>
          </a:xfrm>
          <a:prstGeom prst="rect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31729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45352" y="34655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Integration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45352" y="377647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resume data directly from LinkedIn profile via API and auto-populate for instant analysis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200" kern="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ResumeIQ — AI Resume Analyser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2700">
            <a:solidFill>
              <a:srgbClr val="1E2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8803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Built With 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86200" y="2880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· Claude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3264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Domain 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86200" y="32644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Technology + Data Science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364845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Status 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86200" y="36484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— ready to demo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 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ResumeIQ — AI Resume Analyser</dc:title>
  <dc:subject>PptxGenJS Presentation</dc:subject>
  <dc:creator>Web Technology &amp; Data Science Student</dc:creator>
  <cp:lastModifiedBy>Web Technology &amp; Data Science Student</cp:lastModifiedBy>
  <cp:revision>1</cp:revision>
  <dcterms:created xsi:type="dcterms:W3CDTF">2026-04-01T06:37:35Z</dcterms:created>
  <dcterms:modified xsi:type="dcterms:W3CDTF">2026-04-01T06:37:35Z</dcterms:modified>
</cp:coreProperties>
</file>